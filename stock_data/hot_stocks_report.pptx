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A股热门股票 Top 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AAAAAA"/>
                </a:solidFill>
              </a:defRPr>
            </a:pPr>
            <a:r>
              <a:t>数据时间: 2026-05-05 06:44  |  涨 25 跌 5  |  数据源: 东方财富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热门股票 Top 15 — 详细数据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1371600"/>
                <a:gridCol w="2011680"/>
                <a:gridCol w="1828800"/>
                <a:gridCol w="1828800"/>
                <a:gridCol w="1828800"/>
                <a:gridCol w="1920240"/>
              </a:tblGrid>
              <a:tr h="33147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代码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名称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最新价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涨跌幅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成交量(万手)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总市值(亿)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601991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大唐发电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4.16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1CF66"/>
                          </a:solidFill>
                        </a:defRPr>
                      </a:pPr>
                      <a:r>
                        <a:t>-3.03%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769.9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000066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中国长城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19.82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</a:defRPr>
                      </a:pPr>
                      <a:r>
                        <a:t>+9.99%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431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639.4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002149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西部材料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63.51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</a:defRPr>
                      </a:pPr>
                      <a:r>
                        <a:t>+9.99%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310.1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002202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金风科技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27.55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</a:defRPr>
                      </a:pPr>
                      <a:r>
                        <a:t>+7.07%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349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1,163.7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002081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金 螳 螂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5.90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</a:defRPr>
                      </a:pPr>
                      <a:r>
                        <a:t>+10.07%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575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156.7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603083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剑桥科技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174.97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</a:defRPr>
                      </a:pPr>
                      <a:r>
                        <a:t>+2.50%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617.0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603399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永杉锂业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19.39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</a:defRPr>
                      </a:pPr>
                      <a:r>
                        <a:t>+9.98%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99.3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000858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五 粮 液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97.08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51CF66"/>
                          </a:solidFill>
                        </a:defRPr>
                      </a:pPr>
                      <a:r>
                        <a:t>-1.28%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3,768.3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002185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华天科技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13.11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</a:defRPr>
                      </a:pPr>
                      <a:r>
                        <a:t>+2.66%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428.3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002156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通富微电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51.77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</a:defRPr>
                      </a:pPr>
                      <a:r>
                        <a:t>+4.59%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785.7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603629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利通电子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144.41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</a:defRPr>
                      </a:pPr>
                      <a:r>
                        <a:t>+9.99%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378.8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600111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北方稀土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53.04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</a:defRPr>
                      </a:pPr>
                      <a:r>
                        <a:t>+4.10%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271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1,917.4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688256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寒武纪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1699.96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</a:defRPr>
                      </a:pPr>
                      <a:r>
                        <a:t>+20.00%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7,168.5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600584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长电科技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45.56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</a:defRPr>
                      </a:pPr>
                      <a:r>
                        <a:t>+2.71%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101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815.3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002281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光迅科技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144.28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6B6B"/>
                          </a:solidFill>
                        </a:defRPr>
                      </a:pPr>
                      <a:r>
                        <a:t>+8.59%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DDDDDD"/>
                          </a:solidFill>
                        </a:defRPr>
                      </a:pPr>
                      <a:r>
                        <a:t>1,163.9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热门股票 16-30 + 板块分布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75895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097280"/>
                <a:gridCol w="1463040"/>
                <a:gridCol w="1097280"/>
                <a:gridCol w="1097280"/>
                <a:gridCol w="1280160"/>
                <a:gridCol w="1188720"/>
              </a:tblGrid>
              <a:tr h="33147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代码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名称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最新价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涨跌幅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成交量(万手)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总市值(亿)</a:t>
                      </a:r>
                    </a:p>
                  </a:txBody>
                  <a:tcPr>
                    <a:solidFill>
                      <a:srgbClr val="2D2D44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300059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东方财富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20.36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</a:defRPr>
                      </a:pPr>
                      <a:r>
                        <a:t>+0.49%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362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3,217.7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600206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有研新材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27.37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</a:defRPr>
                      </a:pPr>
                      <a:r>
                        <a:t>+2.01%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231.7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603986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兆易创新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312.99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</a:defRPr>
                      </a:pPr>
                      <a:r>
                        <a:t>+1.33%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2,194.4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002709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天赐材料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60.51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</a:defRPr>
                      </a:pPr>
                      <a:r>
                        <a:t>+2.01%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1,233.5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002297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博云新材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24.50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</a:defRPr>
                      </a:pPr>
                      <a:r>
                        <a:t>+5.56%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194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140.4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600519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贵州茅台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1384.79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1CF66"/>
                          </a:solidFill>
                        </a:defRPr>
                      </a:pPr>
                      <a:r>
                        <a:t>-1.17%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17,341.3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002466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天齐锂业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80.03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</a:defRPr>
                      </a:pPr>
                      <a:r>
                        <a:t>+5.97%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1,365.5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23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002192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融捷股份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109.22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</a:defRPr>
                      </a:pPr>
                      <a:r>
                        <a:t>+10.00%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283.6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600330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天通股份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27.89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</a:defRPr>
                      </a:pPr>
                      <a:r>
                        <a:t>+8.69%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291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344.0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600433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冠豪高新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4.84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</a:defRPr>
                      </a:pPr>
                      <a:r>
                        <a:t>+10.00%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171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84.7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001309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德明利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524.81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</a:defRPr>
                      </a:pPr>
                      <a:r>
                        <a:t>+0.36%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1,190.5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000988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华工科技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119.53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</a:defRPr>
                      </a:pPr>
                      <a:r>
                        <a:t>+0.41%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92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1,201.9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600186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莲花控股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10.72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1CF66"/>
                          </a:solidFill>
                        </a:defRPr>
                      </a:pPr>
                      <a:r>
                        <a:t>-0.92%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480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192.2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600379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宝光股份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16.78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6B6B"/>
                          </a:solidFill>
                        </a:defRPr>
                      </a:pPr>
                      <a:r>
                        <a:t>+10.03%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55.4</a:t>
                      </a:r>
                    </a:p>
                  </a:txBody>
                  <a:tcPr>
                    <a:solidFill>
                      <a:srgbClr val="1E1E32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301308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江波龙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401.12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51CF66"/>
                          </a:solidFill>
                        </a:defRPr>
                      </a:pPr>
                      <a:r>
                        <a:t>-3.18%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DDDDDD"/>
                          </a:solidFill>
                        </a:defRPr>
                      </a:pPr>
                      <a:r>
                        <a:t>1,681.3</a:t>
                      </a:r>
                    </a:p>
                  </a:txBody>
                  <a:tcPr>
                    <a:solidFill>
                      <a:srgbClr val="222236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412480" y="10972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6B6B"/>
                </a:solidFill>
              </a:defRPr>
            </a:pPr>
            <a:r>
              <a:t>统计概览</a:t>
            </a:r>
          </a:p>
          <a:p/>
          <a:p>
            <a:pPr>
              <a:defRPr sz="1400" b="1">
                <a:solidFill>
                  <a:srgbClr val="FFFFFF"/>
                </a:solidFill>
              </a:defRPr>
            </a:pPr>
            <a:r>
              <a:t>总数: 30 只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上涨: 25 只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下跌: 5 只</a:t>
            </a:r>
          </a:p>
          <a:p/>
          <a:p>
            <a:pPr>
              <a:defRPr sz="1200" b="1">
                <a:solidFill>
                  <a:srgbClr val="FFFFFF"/>
                </a:solidFill>
              </a:defRPr>
            </a:pPr>
            <a:r>
              <a:t>涨幅上榜 (≥9.99%):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  • 中国长城 +9.99%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  • 西部材料 +9.99%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  • 金 螳 螂 +10.07%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  • 利通电子 +9.99%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  • 寒武纪 +20.00%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  • 融捷股份 +10.00%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  • 冠豪高新 +10.00%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  • 宝光股份 +10.03%</a:t>
            </a:r>
          </a:p>
          <a:p/>
          <a:p>
            <a:pPr>
              <a:defRPr sz="1200" b="1">
                <a:solidFill>
                  <a:srgbClr val="FFFFFF"/>
                </a:solidFill>
              </a:defRPr>
            </a:pPr>
            <a:r>
              <a:t>涨幅榜来源分布:</a:t>
            </a:r>
          </a:p>
          <a:p>
            <a:pPr>
              <a:defRPr sz="1000">
                <a:solidFill>
                  <a:srgbClr val="CCCCCC"/>
                </a:solidFill>
              </a:defRPr>
            </a:pPr>
            <a:r>
              <a:t>  热门排行: 30 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777777"/>
                </a:solidFill>
              </a:defRPr>
            </a:pPr>
            <a:r>
              <a:t>数据源: 东方财富(akshare)  |  生成时间: 2026-05-05 06:44  |  免责声明: 仅供参考，不构成投资建议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